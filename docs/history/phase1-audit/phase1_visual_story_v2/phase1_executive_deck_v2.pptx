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1-core-bounda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2-truth-vs-compatibilit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3-measurement-eng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4-duplicate-wo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5-value-densit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6-resource-alloc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tiansmith/code/projects/asa/advisory/phase1_audit/phase1_visual_story_v2/slides/slide-07-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ASA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Executive Visual Story V2</dc:title>
  <dc:subject>Phase 1 executive visual story</dc:subject>
  <dc:creator>OpenAI Codex</dc:creator>
  <cp:lastModifiedBy>OpenAI Codex</cp:lastModifiedBy>
  <cp:revision>1</cp:revision>
  <dcterms:created xsi:type="dcterms:W3CDTF">2026-03-19T10:04:44Z</dcterms:created>
  <dcterms:modified xsi:type="dcterms:W3CDTF">2026-03-19T10:04:44Z</dcterms:modified>
</cp:coreProperties>
</file>