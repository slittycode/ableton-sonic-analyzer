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READ-ONLY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1: What the system actually does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975104" cy="1261872"/>
          </a:xfrm>
          <a:prstGeom prst="roundRect">
            <a:avLst>
              <a:gd name="adj" fmla="val 5797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93852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9476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Audio Input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26334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source track becomes a persisted runtime artifact.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532888" y="2221992"/>
            <a:ext cx="164592" cy="402336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828800"/>
            <a:ext cx="1975104" cy="1261872"/>
          </a:xfrm>
          <a:prstGeom prst="roundRect">
            <a:avLst>
              <a:gd name="adj" fmla="val 5797"/>
            </a:avLst>
          </a:prstGeom>
          <a:solidFill>
            <a:srgbClr val="B6FF2B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9504" y="193852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504" y="19476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07792" y="228600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907792" y="26334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local DSP descriptors: tempo, key, loudness, stereo, structure, detectors.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27448" y="2221992"/>
            <a:ext cx="164592" cy="402336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828800"/>
            <a:ext cx="1975104" cy="1261872"/>
          </a:xfrm>
          <a:prstGeom prst="roundRect">
            <a:avLst>
              <a:gd name="adj" fmla="val 5797"/>
            </a:avLst>
          </a:prstGeom>
          <a:solidFill>
            <a:srgbClr val="6D8DFF"/>
          </a:solidFill>
          <a:ln w="12700">
            <a:solidFill>
              <a:srgbClr val="6D8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4064" y="193852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19476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2352" y="228600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Symbolic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02352" y="26334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stem-aware note extraction. Best-effort. Not authoritative measurement.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922008" y="2221992"/>
            <a:ext cx="164592" cy="402336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608" y="1828800"/>
            <a:ext cx="1975104" cy="1261872"/>
          </a:xfrm>
          <a:prstGeom prst="roundRect">
            <a:avLst>
              <a:gd name="adj" fmla="val 5797"/>
            </a:avLst>
          </a:prstGeom>
          <a:solidFill>
            <a:srgbClr val="52C8FF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8624" y="193852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19476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96912" y="228600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296912" y="26334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 is grounded on measurement, with symbolic added only when available.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116568" y="2221992"/>
            <a:ext cx="164592" cy="402336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45168" y="1828800"/>
            <a:ext cx="1975104" cy="1261872"/>
          </a:xfrm>
          <a:prstGeom prst="roundRect">
            <a:avLst>
              <a:gd name="adj" fmla="val 5797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73184" y="193852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3184" y="19476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91472" y="228600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Producer Output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491472" y="263347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cards, musician views, and producer-facing advisory text.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66928" y="384048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181C24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" y="395020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39593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" y="4297680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solid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3232" y="4645152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measurement is real, persisted, and downstream-consumed. Tests prove it strips leaked symbolic output before persistence.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61104" y="384048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181C24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0" y="395020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9593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07408" y="4297680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constrained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407408" y="4645152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Product-facing Phase 1 still mixes truth, compatibility, and optional symbolic projections into one user-visible concept.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955280" y="3840480"/>
            <a:ext cx="3666744" cy="1234440"/>
          </a:xfrm>
          <a:prstGeom prst="roundRect">
            <a:avLst>
              <a:gd name="adj" fmla="val 5926"/>
            </a:avLst>
          </a:prstGeom>
          <a:solidFill>
            <a:srgbClr val="181C24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83296" y="395020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83296" y="39593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01584" y="4297680"/>
            <a:ext cx="3374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resource move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101584" y="4645152"/>
            <a:ext cx="3374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the measurement boundary before extending capability. The highest-value work is architecture cleanup, not more detectors.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5522976"/>
            <a:ext cx="2103120" cy="310896"/>
          </a:xfrm>
          <a:prstGeom prst="roundRect">
            <a:avLst>
              <a:gd name="adj" fmla="val 26471"/>
            </a:avLst>
          </a:prstGeom>
          <a:solidFill>
            <a:srgbClr val="FF6363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55321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Verdict: partially realized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88920" y="55412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works; it is not yet a clean, finished phase contract.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SPLIT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truth lives vs where compatibility lives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181C24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2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PATH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1801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analysis-runs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2240280"/>
            <a:ext cx="4608576" cy="841248"/>
          </a:xfrm>
          <a:prstGeom prst="roundRect">
            <a:avLst>
              <a:gd name="adj" fmla="val 8696"/>
            </a:avLst>
          </a:prstGeom>
          <a:solidFill>
            <a:srgbClr val="152018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" y="235000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23591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" y="2697480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6424" y="3044952"/>
            <a:ext cx="431596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Authoritative. Persisted after `transcriptionDetail` is stripped.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" y="3273552"/>
            <a:ext cx="4608576" cy="841248"/>
          </a:xfrm>
          <a:prstGeom prst="roundRect">
            <a:avLst>
              <a:gd name="adj" fmla="val 8696"/>
            </a:avLst>
          </a:prstGeom>
          <a:solidFill>
            <a:srgbClr val="171B29"/>
          </a:solidFill>
          <a:ln w="12700">
            <a:solidFill>
              <a:srgbClr val="6D8D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" y="3383280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339242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" y="3730752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Symbolic Extraction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6424" y="4078224"/>
            <a:ext cx="431596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Optional. Best-effort stage. Its result lives separately from measurement.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" y="4306824"/>
            <a:ext cx="4608576" cy="841248"/>
          </a:xfrm>
          <a:prstGeom prst="roundRect">
            <a:avLst>
              <a:gd name="adj" fmla="val 8696"/>
            </a:avLst>
          </a:prstGeom>
          <a:solidFill>
            <a:srgbClr val="16222B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" y="4416552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" y="442569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" y="4764024"/>
            <a:ext cx="4315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6424" y="5111496"/>
            <a:ext cx="431596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by authoritative measurement. Symbolic is additive, not promoted to truth.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54681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analysis_runtime.py, server.py, analysisRunsClient.ts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236208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181C24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0528" y="1572768"/>
            <a:ext cx="1554480" cy="274320"/>
          </a:xfrm>
          <a:prstGeom prst="roundRect">
            <a:avLst>
              <a:gd name="adj" fmla="val 30000"/>
            </a:avLst>
          </a:prstGeom>
          <a:solidFill>
            <a:srgbClr val="FFB54C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15819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10528" y="1801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flat phase1 blob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10528" y="2249424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202631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414016"/>
            <a:ext cx="4553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still lives here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56832" y="2761488"/>
            <a:ext cx="455371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lufsIntegrated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stereoDetail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spectralBalance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melodyDetail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transcriptionDetail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arrangementDetail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chord detail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perceptual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10528" y="5321808"/>
            <a:ext cx="1874520" cy="274320"/>
          </a:xfrm>
          <a:prstGeom prst="roundRect">
            <a:avLst>
              <a:gd name="adj" fmla="val 30000"/>
            </a:avLst>
          </a:prstGeom>
          <a:solidFill>
            <a:srgbClr val="FF6363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53309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EXPAND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40496" y="5340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during migration. Wrong long-term center of gravity.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577840" y="3200400"/>
            <a:ext cx="384048" cy="566928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2889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projection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DESCRIPTOR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measurement really computes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26280" y="2395728"/>
            <a:ext cx="3127248" cy="1353312"/>
          </a:xfrm>
          <a:prstGeom prst="roundRect">
            <a:avLst>
              <a:gd name="adj" fmla="val 5405"/>
            </a:avLst>
          </a:prstGeom>
          <a:solidFill>
            <a:srgbClr val="182613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2505456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25146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72584" y="28529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2584" y="32004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local DSP and heuristic detector pass. This is the product's most solid technical core.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31520" y="15544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81C24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7190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 / Meter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206654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BPM, confidence, time signature, beat-grid signals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206240" y="12344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81C24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544" y="139903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Loudness / Dynamics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52544" y="17465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LUFS, range, true peak, crest, dynamic character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863840" y="15544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81C24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17190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Stereo / Spectral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10144" y="206654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width, correlation, spectral balance, spectral detail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31520" y="40690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81C24"/>
          </a:solidFill>
          <a:ln w="12700">
            <a:solidFill>
              <a:srgbClr val="6D8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2336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Melody / Groove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458114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melody detail, groove, sidechain, motion descriptors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206240" y="44348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81C24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459943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 / Segments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52544" y="494690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sectioning, arrangement, segment loudness, spectral and key views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863840" y="40690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81C24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0144" y="42336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 Detectors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10144" y="458114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acid, reverb, vocal, supersaw, bass, kick, genre, effects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566160" y="2286000"/>
            <a:ext cx="960120" cy="603504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1975104"/>
            <a:ext cx="-530352" cy="86868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6160" y="4572000"/>
            <a:ext cx="987552" cy="-512064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572000"/>
            <a:ext cx="-530352" cy="-493776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2331720"/>
            <a:ext cx="0" cy="-82296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3767328"/>
            <a:ext cx="0" cy="64008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55955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in analyze.py: tempo, tonal, loudness, stereo, structure, chord, perceptual, and detector families all run in the measurement subprocess.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pipeline cheats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481328"/>
            <a:ext cx="1325880" cy="274320"/>
          </a:xfrm>
          <a:prstGeom prst="roundRect">
            <a:avLst>
              <a:gd name="adj" fmla="val 30000"/>
            </a:avLst>
          </a:prstGeom>
          <a:solidFill>
            <a:srgbClr val="52C8FF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9047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" y="1783080"/>
            <a:ext cx="2029968" cy="1005840"/>
          </a:xfrm>
          <a:prstGeom prst="roundRect">
            <a:avLst>
              <a:gd name="adj" fmla="val 7273"/>
            </a:avLst>
          </a:prstGeom>
          <a:solidFill>
            <a:srgbClr val="181C24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4767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stem_notes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9536" y="2295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asks for symbolic extraction.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9504" y="2103120"/>
            <a:ext cx="256032" cy="384048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5264" y="1508760"/>
            <a:ext cx="2633472" cy="1591056"/>
          </a:xfrm>
          <a:prstGeom prst="roundRect">
            <a:avLst>
              <a:gd name="adj" fmla="val 4598"/>
            </a:avLst>
          </a:prstGeom>
          <a:solidFill>
            <a:srgbClr val="202631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61848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627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EXECUTION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01568" y="196596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analyze.py measurement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01568" y="2313432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 audio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Demucs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 pass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transcription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56032" cy="384048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645920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182613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175564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17647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ENFORCED HERE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47104" y="21031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complete_measurement()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47104" y="245059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Persists canonical measurement and strips `transcriptionDetail` late.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25128" y="2103120"/>
            <a:ext cx="256032" cy="384048"/>
          </a:xfrm>
          <a:prstGeom prst="chevron">
            <a:avLst/>
          </a:prstGeom>
          <a:solidFill>
            <a:srgbClr val="344050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90888" y="1508760"/>
            <a:ext cx="2084832" cy="1591056"/>
          </a:xfrm>
          <a:prstGeom prst="roundRect">
            <a:avLst>
              <a:gd name="adj" fmla="val 4598"/>
            </a:avLst>
          </a:prstGeom>
          <a:solidFill>
            <a:srgbClr val="1A1D2B"/>
          </a:solidFill>
          <a:ln w="12700">
            <a:solidFill>
              <a:srgbClr val="6D8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18904" y="1618488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18904" y="16276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PASS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37192" y="196596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symbolic worker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37192" y="231343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materialize stems and run `analyze_transcription()` again.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15984" y="3401568"/>
            <a:ext cx="1298448" cy="1078992"/>
          </a:xfrm>
          <a:prstGeom prst="circularArrow">
            <a:avLst/>
          </a:prstGeom>
          <a:solidFill>
            <a:srgbClr val="2A1111">
              <a:alpha val="80000"/>
            </a:srgbClr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62288" y="37673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compute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" y="4370832"/>
            <a:ext cx="3547872" cy="1060704"/>
          </a:xfrm>
          <a:prstGeom prst="roundRect">
            <a:avLst>
              <a:gd name="adj" fmla="val 6897"/>
            </a:avLst>
          </a:prstGeom>
          <a:solidFill>
            <a:srgbClr val="181C24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" y="45354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9536" y="4882896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is supposed to define truth. Right now it still performs symbolic work upstream and sanitizes it only at persistence time.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34256" y="4370832"/>
            <a:ext cx="3547872" cy="1060704"/>
          </a:xfrm>
          <a:prstGeom prst="roundRect">
            <a:avLst>
              <a:gd name="adj" fmla="val 6897"/>
            </a:avLst>
          </a:prstGeom>
          <a:solidFill>
            <a:srgbClr val="181C24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453542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cost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80560" y="4882896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stems or transcription are rerun later, the system pays extra latency and compute for a contract boundary it is pretending is already clean.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5280" y="4370832"/>
            <a:ext cx="3529584" cy="1060704"/>
          </a:xfrm>
          <a:prstGeom prst="roundRect">
            <a:avLst>
              <a:gd name="adj" fmla="val 6897"/>
            </a:avLst>
          </a:prstGeom>
          <a:solidFill>
            <a:srgbClr val="181C24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01584" y="4535424"/>
            <a:ext cx="3236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fix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01584" y="4882896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measurement measurement-only. Let symbolic own symbolic. Reuse stems instead of recomputing them.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VS PAYLOAD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downstream actually uses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6473952" cy="4517136"/>
          </a:xfrm>
          <a:prstGeom prst="roundRect">
            <a:avLst>
              <a:gd name="adj" fmla="val 1619"/>
            </a:avLst>
          </a:prstGeom>
          <a:solidFill>
            <a:srgbClr val="181C24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fields cited in recommendations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19110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docs/field_utilization_report.md (24 recs, avg 2.3 sources)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53512" y="2359152"/>
            <a:ext cx="3520440" cy="164592"/>
          </a:xfrm>
          <a:prstGeom prst="roundRect">
            <a:avLst>
              <a:gd name="adj" fmla="val 22222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2359152"/>
            <a:ext cx="3520440" cy="164592"/>
          </a:xfrm>
          <a:prstGeom prst="roundRect">
            <a:avLst>
              <a:gd name="adj" fmla="val 22222"/>
            </a:avLst>
          </a:prstGeom>
          <a:solidFill>
            <a:srgbClr val="B6FF2B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3317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53512" y="2852928"/>
            <a:ext cx="3520440" cy="164592"/>
          </a:xfrm>
          <a:prstGeom prst="roundRect">
            <a:avLst>
              <a:gd name="adj" fmla="val 22222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53512" y="2852928"/>
            <a:ext cx="2933700" cy="164592"/>
          </a:xfrm>
          <a:prstGeom prst="roundRect">
            <a:avLst>
              <a:gd name="adj" fmla="val 22222"/>
            </a:avLst>
          </a:prstGeom>
          <a:solidFill>
            <a:srgbClr val="52C8FF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8254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3319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lufsIntegrated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53512" y="3346704"/>
            <a:ext cx="3520440" cy="164592"/>
          </a:xfrm>
          <a:prstGeom prst="roundRect">
            <a:avLst>
              <a:gd name="adj" fmla="val 22222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3512" y="3346704"/>
            <a:ext cx="2346960" cy="164592"/>
          </a:xfrm>
          <a:prstGeom prst="roundRect">
            <a:avLst>
              <a:gd name="adj" fmla="val 22222"/>
            </a:avLst>
          </a:prstGeom>
          <a:solidFill>
            <a:srgbClr val="6D8DFF"/>
          </a:solidFill>
          <a:ln w="12700">
            <a:solidFill>
              <a:srgbClr val="6D8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3192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3813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spectralBalance.subBass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53512" y="3840480"/>
            <a:ext cx="3520440" cy="164592"/>
          </a:xfrm>
          <a:prstGeom prst="roundRect">
            <a:avLst>
              <a:gd name="adj" fmla="val 22222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53512" y="3840480"/>
            <a:ext cx="2053590" cy="164592"/>
          </a:xfrm>
          <a:prstGeom prst="roundRect">
            <a:avLst>
              <a:gd name="adj" fmla="val 22222"/>
            </a:avLst>
          </a:prstGeom>
          <a:solidFill>
            <a:srgbClr val="B6FF2B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38130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" y="4306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grooveDetail.kickAccent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53512" y="4334256"/>
            <a:ext cx="3520440" cy="164592"/>
          </a:xfrm>
          <a:prstGeom prst="roundRect">
            <a:avLst>
              <a:gd name="adj" fmla="val 22222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53512" y="4334256"/>
            <a:ext cx="1760220" cy="164592"/>
          </a:xfrm>
          <a:prstGeom prst="roundRect">
            <a:avLst>
              <a:gd name="adj" fmla="val 22222"/>
            </a:avLst>
          </a:prstGeom>
          <a:solidFill>
            <a:srgbClr val="52C8FF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43068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6112" y="4800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stereoWidth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53512" y="4828032"/>
            <a:ext cx="3520440" cy="164592"/>
          </a:xfrm>
          <a:prstGeom prst="roundRect">
            <a:avLst>
              <a:gd name="adj" fmla="val 22222"/>
            </a:avLst>
          </a:prstGeom>
          <a:solidFill>
            <a:srgbClr val="202631"/>
          </a:solidFill>
          <a:ln w="12700">
            <a:solidFill>
              <a:srgbClr val="20263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53512" y="4828032"/>
            <a:ext cx="1466850" cy="164592"/>
          </a:xfrm>
          <a:prstGeom prst="roundRect">
            <a:avLst>
              <a:gd name="adj" fmla="val 22222"/>
            </a:avLst>
          </a:prstGeom>
          <a:solidFill>
            <a:srgbClr val="6D8DFF"/>
          </a:solidFill>
          <a:ln w="12700">
            <a:solidFill>
              <a:srgbClr val="6D8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8006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9536" y="5230368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394960"/>
            <a:ext cx="5193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pattern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05840" y="5742432"/>
            <a:ext cx="5193792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measurement core drives most real downstream value. Everything else should justify its cost.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7296912" y="1389888"/>
            <a:ext cx="4297680" cy="4517136"/>
          </a:xfrm>
          <a:prstGeom prst="roundRect">
            <a:avLst>
              <a:gd name="adj" fmla="val 1702"/>
            </a:avLst>
          </a:prstGeom>
          <a:solidFill>
            <a:srgbClr val="181C24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2944" y="16459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Fields that look important but are barely leveraged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52944" y="224028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2286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bpmConfidence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7552944" y="2660904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27066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keyConfidence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7552944" y="3081528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timeSignature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7552944" y="3502152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3547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lufsRange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7552944" y="3922776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3968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crestFactor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7552944" y="4343400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9248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stereoCorrelation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7552944" y="4764024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99248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transcriptionDetail.noteCount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7552944" y="5184648"/>
            <a:ext cx="3611880" cy="320040"/>
          </a:xfrm>
          <a:prstGeom prst="roundRect">
            <a:avLst>
              <a:gd name="adj" fmla="val 14286"/>
            </a:avLst>
          </a:prstGeom>
          <a:solidFill>
            <a:srgbClr val="202631"/>
          </a:solidFill>
          <a:ln w="12700">
            <a:solidFill>
              <a:srgbClr val="344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99248" y="5230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sidechainDetail.pumpingConfidence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7552944" y="523036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02631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99248" y="5394960"/>
            <a:ext cx="3319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Implication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699248" y="5742432"/>
            <a:ext cx="3319272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descriptor volume with product leverage.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Phase 1 is constrained today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572768"/>
            <a:ext cx="2084832" cy="4462272"/>
          </a:xfrm>
          <a:prstGeom prst="roundRect">
            <a:avLst>
              <a:gd name="adj" fmla="val 3509"/>
            </a:avLst>
          </a:prstGeom>
          <a:solidFill>
            <a:srgbClr val="181C24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682496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02996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leakage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377440"/>
            <a:ext cx="179222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still performs symbolic work, then strips it late.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1572768"/>
            <a:ext cx="2084832" cy="4462272"/>
          </a:xfrm>
          <a:prstGeom prst="roundRect">
            <a:avLst>
              <a:gd name="adj" fmla="val 3509"/>
            </a:avLst>
          </a:prstGeom>
          <a:solidFill>
            <a:srgbClr val="181C24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8376" y="1682496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26664" y="202996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fragility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26664" y="2377440"/>
            <a:ext cx="179222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Demucs is frozen upstream. Basic Pitch legacy is awkward on macOS arm64.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93792" y="1572768"/>
            <a:ext cx="2084832" cy="4462272"/>
          </a:xfrm>
          <a:prstGeom prst="roundRect">
            <a:avLst>
              <a:gd name="adj" fmla="val 3509"/>
            </a:avLst>
          </a:prstGeom>
          <a:solidFill>
            <a:srgbClr val="181C24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1808" y="1682496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0096" y="202996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handoffs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0096" y="2377440"/>
            <a:ext cx="179222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can run before symbolic completes, even when symbolic was requested.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07224" y="1572768"/>
            <a:ext cx="2084832" cy="4462272"/>
          </a:xfrm>
          <a:prstGeom prst="roundRect">
            <a:avLst>
              <a:gd name="adj" fmla="val 3509"/>
            </a:avLst>
          </a:prstGeom>
          <a:solidFill>
            <a:srgbClr val="181C24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1682496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53528" y="202996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 bloat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53528" y="2377440"/>
            <a:ext cx="179222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emitted fields add payload weight but not proportional downstream value.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20656" y="1572768"/>
            <a:ext cx="2084832" cy="4462272"/>
          </a:xfrm>
          <a:prstGeom prst="roundRect">
            <a:avLst>
              <a:gd name="adj" fmla="val 3509"/>
            </a:avLst>
          </a:prstGeom>
          <a:solidFill>
            <a:srgbClr val="181C24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1682496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48672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66960" y="202996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 drift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66960" y="2377440"/>
            <a:ext cx="179222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mode docs, legacy estimate flow, and multiple Phase 1 meanings create confusion.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5595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mostly architecture, handoff, and product-shape constraints. They are not evidence that local measurement itself is failing.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ALLOCATION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to spend resources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63040"/>
            <a:ext cx="5413248" cy="2075688"/>
          </a:xfrm>
          <a:prstGeom prst="roundRect">
            <a:avLst>
              <a:gd name="adj" fmla="val 3524"/>
            </a:avLst>
          </a:prstGeom>
          <a:solidFill>
            <a:srgbClr val="182613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2763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STABILIZE NOW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1975104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measurement boundary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estimate 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Stem reuse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63056" y="1463040"/>
            <a:ext cx="5376672" cy="2075688"/>
          </a:xfrm>
          <a:prstGeom prst="roundRect">
            <a:avLst>
              <a:gd name="adj" fmla="val 3524"/>
            </a:avLst>
          </a:prstGeom>
          <a:solidFill>
            <a:srgbClr val="16222B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27632"/>
            <a:ext cx="5084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EXTEND NEXT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1975104"/>
            <a:ext cx="50840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torchcrepe backend experiment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evaluation pack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Symbolic dependency policy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657600"/>
            <a:ext cx="5413248" cy="2075688"/>
          </a:xfrm>
          <a:prstGeom prst="roundRect">
            <a:avLst>
              <a:gd name="adj" fmla="val 3524"/>
            </a:avLst>
          </a:prstGeom>
          <a:solidFill>
            <a:srgbClr val="281818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82219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 PRETENDING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4672" y="4169664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legacy wrapper surface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detector sprawl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polish around ambiguous contracts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3657600"/>
            <a:ext cx="5376672" cy="2075688"/>
          </a:xfrm>
          <a:prstGeom prst="roundRect">
            <a:avLst>
              <a:gd name="adj" fmla="val 3524"/>
            </a:avLst>
          </a:prstGeom>
          <a:solidFill>
            <a:srgbClr val="2A2415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822192"/>
            <a:ext cx="5084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LATER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4169664"/>
            <a:ext cx="50840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Beat/downbeat stack upgrade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chord or structure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symbolic backends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13632" y="6016752"/>
            <a:ext cx="4343400" cy="310896"/>
          </a:xfrm>
          <a:prstGeom prst="roundRect">
            <a:avLst>
              <a:gd name="adj" fmla="val 26471"/>
            </a:avLst>
          </a:prstGeom>
          <a:solidFill>
            <a:srgbClr val="52C8FF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6025896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 rule: stabilize the contract before buying more capability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CLOSE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/ 60 / 90 day priority path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155680" y="31089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27664" cy="0"/>
          </a:xfrm>
          <a:prstGeom prst="line">
            <a:avLst/>
          </a:prstGeom>
          <a:noFill/>
          <a:ln w="12700">
            <a:solidFill>
              <a:srgbClr val="344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A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repo code, tests, and primary-source tool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479792" cy="1078992"/>
          </a:xfrm>
          <a:prstGeom prst="roundRect">
            <a:avLst>
              <a:gd name="adj" fmla="val 5932"/>
            </a:avLst>
          </a:prstGeom>
          <a:solidFill>
            <a:srgbClr val="B6FF2B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58191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DAYS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1545336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measurement-time transcription from the symbolic-requested path.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canonical estimate flow to analysis-runs.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2926080"/>
            <a:ext cx="7479792" cy="1078992"/>
          </a:xfrm>
          <a:prstGeom prst="roundRect">
            <a:avLst>
              <a:gd name="adj" fmla="val 5932"/>
            </a:avLst>
          </a:prstGeom>
          <a:solidFill>
            <a:srgbClr val="52C8FF"/>
          </a:solidFill>
          <a:ln w="12700">
            <a:solidFill>
              <a:srgbClr val="52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09067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 DAYS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3054096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and reuse stems.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one torchcrepe backend experiment behind TranscriptionBackend.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4434840"/>
            <a:ext cx="7479792" cy="1078992"/>
          </a:xfrm>
          <a:prstGeom prst="roundRect">
            <a:avLst>
              <a:gd name="adj" fmla="val 5932"/>
            </a:avLst>
          </a:prstGeom>
          <a:solidFill>
            <a:srgbClr val="6D8DFF"/>
          </a:solidFill>
          <a:ln w="12700">
            <a:solidFill>
              <a:srgbClr val="6D8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5994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 DAYS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31720" y="4562856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or prune low-value Phase 1 fields.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go/no-go call on scaling symbolic extraction further.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2208" y="1627632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181C24"/>
          </a:solidFill>
          <a:ln w="12700">
            <a:solidFill>
              <a:srgbClr val="FF63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0224" y="1737360"/>
            <a:ext cx="1417320" cy="256032"/>
          </a:xfrm>
          <a:prstGeom prst="roundRect">
            <a:avLst>
              <a:gd name="adj" fmla="val 32143"/>
            </a:avLst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50224" y="17465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68512" y="208483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verdict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68512" y="2432304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only partially realized.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authoritative core is solid.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execution boundary is not yet clean.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dollars should fund cleanup before expansion.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22208" y="379476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181C24"/>
          </a:solidFill>
          <a:ln w="12700">
            <a:solidFill>
              <a:srgbClr val="FFB5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68512" y="395935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not to 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68512" y="4306824"/>
            <a:ext cx="25420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redesign the whole product.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add more detector breadth until the Phase 1 contract is clean.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22208" y="5596128"/>
            <a:ext cx="2834640" cy="310896"/>
          </a:xfrm>
          <a:prstGeom prst="roundRect">
            <a:avLst>
              <a:gd name="adj" fmla="val 26471"/>
            </a:avLst>
          </a:prstGeom>
          <a:solidFill>
            <a:srgbClr val="B6FF2B"/>
          </a:solidFill>
          <a:ln w="12700">
            <a:solidFill>
              <a:srgbClr val="B6FF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22208" y="56052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boundary. Reuse stems. Run one decisive experiment.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ASA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 Phase 1 Executive Audit</dc:title>
  <dc:subject>Phase 1 read-only audit executive deck</dc:subject>
  <dc:creator>OpenAI Codex</dc:creator>
  <cp:lastModifiedBy>OpenAI Codex</cp:lastModifiedBy>
  <cp:revision>1</cp:revision>
  <dcterms:created xsi:type="dcterms:W3CDTF">2026-03-19T09:49:08Z</dcterms:created>
  <dcterms:modified xsi:type="dcterms:W3CDTF">2026-03-19T09:49:08Z</dcterms:modified>
</cp:coreProperties>
</file>